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59" r:id="rId7"/>
    <p:sldId id="260" r:id="rId8"/>
    <p:sldId id="261" r:id="rId9"/>
    <p:sldId id="265" r:id="rId10"/>
    <p:sldId id="26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17" autoAdjust="0"/>
  </p:normalViewPr>
  <p:slideViewPr>
    <p:cSldViewPr>
      <p:cViewPr varScale="1">
        <p:scale>
          <a:sx n="80" d="100"/>
          <a:sy n="80" d="100"/>
        </p:scale>
        <p:origin x="-1522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32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7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33" y="1535117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10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10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84584" y="-85669"/>
            <a:ext cx="10638337" cy="694367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492902"/>
            <a:ext cx="7772400" cy="1470025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Переломный момент.</a:t>
            </a:r>
            <a:endParaRPr lang="ru-RU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Программа для анимации хода лучей в собирающей и рассеивающей линзе</a:t>
            </a:r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Актуальность</a:t>
            </a:r>
            <a:endParaRPr lang="ru-RU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a typeface="Tahoma" pitchFamily="34" charset="0"/>
                <a:cs typeface="Tahoma" pitchFamily="34" charset="0"/>
              </a:rPr>
              <a:t>Очень часто у  учеников на уроке физики возникают сложности в построении изображения предмета в линзе, особенно – в рассеивающей. ПО призвано помочь нерадивым ученикам.</a:t>
            </a:r>
          </a:p>
          <a:p>
            <a:endParaRPr lang="ru-RU" dirty="0" smtClean="0">
              <a:ea typeface="Tahoma" pitchFamily="34" charset="0"/>
              <a:cs typeface="Tahoma" pitchFamily="34" charset="0"/>
            </a:endParaRPr>
          </a:p>
          <a:p>
            <a:r>
              <a:rPr lang="ru-RU" dirty="0" smtClean="0">
                <a:ea typeface="Tahoma" pitchFamily="34" charset="0"/>
                <a:cs typeface="Tahoma" pitchFamily="34" charset="0"/>
              </a:rPr>
              <a:t>ПО помогает визуализировать ход лучей, исходящих от объекта. </a:t>
            </a:r>
            <a:endParaRPr lang="ru-RU" dirty="0"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Как это работает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?</a:t>
            </a:r>
            <a:endParaRPr lang="ru-RU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Программа написана на языке </a:t>
            </a:r>
            <a:r>
              <a:rPr lang="en-US" dirty="0" smtClean="0"/>
              <a:t>python</a:t>
            </a:r>
            <a:r>
              <a:rPr lang="ru-RU" dirty="0" smtClean="0"/>
              <a:t>, я использовал библиотеки</a:t>
            </a:r>
            <a:r>
              <a:rPr lang="en-US" dirty="0" smtClean="0"/>
              <a:t>: </a:t>
            </a:r>
            <a:r>
              <a:rPr lang="en-US" dirty="0" err="1" smtClean="0"/>
              <a:t>numpy</a:t>
            </a:r>
            <a:r>
              <a:rPr lang="en-US" dirty="0" smtClean="0"/>
              <a:t>, 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matplotlib.animation</a:t>
            </a:r>
            <a:r>
              <a:rPr lang="en-US" dirty="0" smtClean="0"/>
              <a:t>. </a:t>
            </a:r>
            <a:r>
              <a:rPr lang="ru-RU" dirty="0" smtClean="0"/>
              <a:t>Для замера времени работы программы использовал б. </a:t>
            </a:r>
            <a:r>
              <a:rPr lang="en-US" dirty="0" smtClean="0"/>
              <a:t>time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ru-RU" dirty="0" smtClean="0"/>
              <a:t>Программа получает на вход параметры </a:t>
            </a:r>
            <a:r>
              <a:rPr lang="en-US" dirty="0" smtClean="0"/>
              <a:t>F, d, h </a:t>
            </a:r>
            <a:r>
              <a:rPr lang="ru-RU" dirty="0" smtClean="0"/>
              <a:t>и тип линзы(собирающая и рассеивающая)</a:t>
            </a:r>
          </a:p>
          <a:p>
            <a:r>
              <a:rPr lang="ru-RU" dirty="0" smtClean="0"/>
              <a:t>Находит расстояние от изображения до линзы по формуле.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Основная формула, на которой все держится</a:t>
            </a:r>
            <a:endParaRPr lang="ru-RU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работы программы использовал б. </a:t>
            </a:r>
            <a:r>
              <a:rPr lang="en-US" dirty="0" smtClean="0"/>
              <a:t>time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ru-RU" dirty="0" err="1" smtClean="0"/>
              <a:t>Програм</a:t>
            </a:r>
            <a:endParaRPr lang="ru-RU" dirty="0"/>
          </a:p>
        </p:txBody>
      </p:sp>
      <p:pic>
        <p:nvPicPr>
          <p:cNvPr id="19460" name="Picture 4" descr="C:\Users\probnik\Downloads\slide-3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492896"/>
            <a:ext cx="8712969" cy="25225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реализации программы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1628800"/>
            <a:ext cx="8229600" cy="748679"/>
          </a:xfrm>
        </p:spPr>
        <p:txBody>
          <a:bodyPr/>
          <a:lstStyle/>
          <a:p>
            <a:pPr>
              <a:buNone/>
            </a:pPr>
            <a:r>
              <a:rPr lang="ru-RU" sz="1600" b="1" dirty="0" smtClean="0"/>
              <a:t>Уравнение прямого луча, проходящего через центр линзы задается уравнением</a:t>
            </a:r>
            <a:endParaRPr lang="ru-RU" sz="1600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23928" y="2348880"/>
            <a:ext cx="1152128" cy="582809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800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55776" y="4293096"/>
            <a:ext cx="3960440" cy="943789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971600" y="3356992"/>
            <a:ext cx="734481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/>
              <a:t>Уравнение параллельного луча, преломляющегося в линзе в точку фокуса</a:t>
            </a:r>
            <a:endParaRPr lang="ru-RU" sz="1600" dirty="0" smtClean="0"/>
          </a:p>
          <a:p>
            <a:pPr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Как все работает?</a:t>
            </a:r>
            <a:endParaRPr lang="ru-RU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3"/>
            <a:ext cx="4248472" cy="4525963"/>
          </a:xfrm>
        </p:spPr>
        <p:txBody>
          <a:bodyPr/>
          <a:lstStyle/>
          <a:p>
            <a:endParaRPr lang="ru-RU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Содержимое 12" descr="linza (1)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24544" y="-171400"/>
            <a:ext cx="9577064" cy="7182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043656" y="3244335"/>
            <a:ext cx="694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(h / </a:t>
            </a:r>
            <a:r>
              <a:rPr lang="en-US" dirty="0" smtClean="0"/>
              <a:t>d</a:t>
            </a:r>
            <a:endParaRPr lang="en-US" dirty="0"/>
          </a:p>
        </p:txBody>
      </p:sp>
      <p:pic>
        <p:nvPicPr>
          <p:cNvPr id="16386" name="Picture 2" descr="C:\Users\probnik\Downloads\linza (2)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Содержимое 3" descr="Снимок экрана (3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252536" y="0"/>
            <a:ext cx="9953774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 descr="C:\Users\probnik\Downloads\ph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613576" cy="781387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16" y="0"/>
            <a:ext cx="9145016" cy="91450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154</Words>
  <Application>Microsoft Office PowerPoint</Application>
  <PresentationFormat>Экран (4:3)</PresentationFormat>
  <Paragraphs>18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Переломный момент.</vt:lpstr>
      <vt:lpstr>Актуальность</vt:lpstr>
      <vt:lpstr>Как это работает?</vt:lpstr>
      <vt:lpstr>Основная формула, на которой все держится</vt:lpstr>
      <vt:lpstr>Метод реализации программы</vt:lpstr>
      <vt:lpstr>Как все работает?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Сквозь Линзу. ПО для построение изображения в тонкой линзе</dc:title>
  <dc:creator>probnik</dc:creator>
  <cp:lastModifiedBy>probnik</cp:lastModifiedBy>
  <cp:revision>20</cp:revision>
  <dcterms:created xsi:type="dcterms:W3CDTF">2026-02-05T12:15:09Z</dcterms:created>
  <dcterms:modified xsi:type="dcterms:W3CDTF">2026-02-11T17:12:58Z</dcterms:modified>
</cp:coreProperties>
</file>