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22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84584" y="-85673"/>
            <a:ext cx="10638337" cy="694367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Сквозь Линзу. ПО для построение изображения в тонкой линзе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12576" y="-85673"/>
            <a:ext cx="10638337" cy="6943673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323528" y="1268760"/>
            <a:ext cx="3456384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Принцип работы прост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Задаем какая у нас линза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endParaRPr lang="ru-RU" sz="2400" dirty="0" smtClean="0"/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Передаем значение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</a:t>
            </a:r>
          </a:p>
          <a:p>
            <a:pPr marL="342900" indent="-342900">
              <a:buAutoNum type="arabicPeriod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Передаем значение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</a:t>
            </a:r>
          </a:p>
          <a:p>
            <a:pPr marL="342900" indent="-342900">
              <a:buAutoNum type="arabicPeriod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Передаем значение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</a:t>
            </a:r>
          </a:p>
          <a:p>
            <a:pPr marL="342900" indent="-342900">
              <a:buAutoNum type="arabicPeriod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427984" y="530120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На картинке представлен пример, когда линза собирающая,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 = 30 </a:t>
            </a:r>
          </a:p>
          <a:p>
            <a:pPr marL="342900" indent="-342900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d= 20, h =10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34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340768"/>
            <a:ext cx="4876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</Words>
  <Application>Microsoft Office PowerPoint</Application>
  <PresentationFormat>Экран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Сквозь Линзу. ПО для построение изображения в тонкой линзе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Сквозь Линзу. ПО для построение изображения в тонкой линзе</dc:title>
  <dc:creator>probnik</dc:creator>
  <cp:lastModifiedBy>probnik</cp:lastModifiedBy>
  <cp:revision>3</cp:revision>
  <dcterms:created xsi:type="dcterms:W3CDTF">2026-02-05T12:15:09Z</dcterms:created>
  <dcterms:modified xsi:type="dcterms:W3CDTF">2026-02-05T12:42:52Z</dcterms:modified>
</cp:coreProperties>
</file>